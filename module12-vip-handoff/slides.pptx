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VIP is not handed off when the agent compiles once. Handoff readiness means consumers can onboard: a docs pack, a clear API surface, and a standalone self-test that proves the VIP runs. Missing any piece blocks a responsible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 pack means README, quickstart, examples, and known limits. API surface means sequences, config knobs, callbacks, and the interface contract are documented. Self-test means a shipped smoke or self-check that runs without the integrator’s full SoC. Met, open, fail, and waived work like the sign-off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VIP-handoff lab, load the starter with docs, API, and self-test met—handoff ready. Try docs gap or self-test fail presets. Check off the last open deliverable only when you can point to evidence. Challenges show a red self-test blocks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fictional UART VIP, list the three deliverables and one artifact name under each. Mark any gap you would refuse to hand off with. Optional: note which protocol course module already practiced VIP anatomy so this handoff checklist has teeth.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ship without a self-test. Do not call undocumented knobs an API. Do not waive docs silently. And do not confuse handoff ready with chip sign-off—the VIP can be ready while the SoC gate is still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Drive a handoff board to ready or name the blocker, then take the quiz and continue to the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VIP handoff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VIP is not handed off when the agent compiles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Docs, API,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Docs pack means README, quickstart, examples, and known limits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API surface means sequences, config knobs, callbacks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Self-test means a shipped smoke or self-check that runs without the integrator’s full SoC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Met, open, fail, and waived work like the sign-off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 fictional UART VIP, list the three deliverables and one artifact name under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any gap you would refuse to hand off with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Optional: note which protocol course module already practiced VIP anatomy so this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ship without a self-test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call undocumented knobs an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waive docs silently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confuse handoff ready with chip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Drive a handoff board to ready or name the blocker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vip handoff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