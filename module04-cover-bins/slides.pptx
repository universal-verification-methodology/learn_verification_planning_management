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closes when defined bins get hits. A coverpoint names what you sample; bins partition the interesting space. A hole is a defined bin with zero hits. Sketching bins before you code them keeps random stimulus honest about what “done”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sample a value into the coverpoint; matching bins increment. Coverage percent is bins hit over bins defined. Hitting mid once on a four-bin nibble point is twenty-five percent with three holes left—not “mostly done.” Values outside named bins are a modeling question, not an automatic hole.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cover-bins lab, load the starter nibble point with low, mid, high, and top; mid already hit from sample five. Sample into other bins, switch opcode or FIFO presets, and close holes on purpose. Challenges ask you to hit a named hole and to finish all bins—not to spam random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one coverpoint with four named bins for a data nibble or opcode set. Mark which bin you would hit with a directed sample first. Note one value that sits outside your bins and decide whether to add a bin or ignore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“more random” with hole closure. Do not redefine holes as every unseen number in nature—only defined bins count. Do not skip naming bins because cross coverage feels advanced; start with clear singles. And remember the lab is a sketch, not your simulator’s coverage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Close or name holes on a small bin sketch, then take the quiz and continue to coverage 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Cover bins sketch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Coverage closes when defined bins get hits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cover bins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Sample, hit, hole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sample a value into the coverpoint; matching bins increment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Coverage percent is bins hit over bins defined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Hitting mid once on a four-bin nibble point is twenty-five percent with three holes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cover bins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50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cover bins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Planning docs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one coverpoint with four named bins for a data nibble or opcode set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which bin you would hit with a directed sample first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Note one value that sits outside your bins and decide whether to add a bin or ignore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cover bins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“more random” with hole closure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redefine holes as every unseen number in nature, only defined bins count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skip naming bins because cross coverage feels advanced; start with clear singles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 the lab is a sketch, not your simulator’s coverage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cover bins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Close or name holes on a small bin sketch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learn_verification_planning_management — cover bins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