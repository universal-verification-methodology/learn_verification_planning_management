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failing random test is useless if you cannot replay it. A run card needs a seed, enough config to relaunch the same mode, and tags that place the fail on triage boards. Replayable means those fields are filled on purpose.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fixes the RNG so stimulus can return. Config holds plusargs and knobs—test name, baud, modes—not seed alone. Tags label slices: smoke, nightly, flake, quarantine. Weak means you recorded a seed but not enough config to relaunch. Missing any field blocks a clean replay story.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seed-tags lab, load the starter with seed forty-two, a named UART test and baud, and smoke plus nightly tags—replayable. Try a seed-only config and watch weak. Attach missing fields, then scan the card. Challenges drill what “enough config” means.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one run card for an imaginary fail: seed, two plusargs, and two tags. Then rewrite a bad card that only says “seed seven” and explain why a teammate could not replay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file fails with seed only. Do not skip tags so flakes vanish from boards. Do not change knobs while claiming the same seed replay. And do not treat the literacy board as your company’s database—copy the habit into real tickets.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Build one replayable run card, then take the quiz and continue to regression triage.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Seed / config / tags</a:t>
            </a:r>
          </a:p>
          <a:p>
            <a:pPr algn="ctr">
              <a:lnSpc>
                <a:spcPts val="2200"/>
              </a:lnSpc>
              <a:spcBef>
                <a:spcPts val="1400"/>
              </a:spcBef>
            </a:pPr>
            <a:r>
              <a:rPr sz="2600" b="0">
                <a:solidFill>
                  <a:srgbClr val="333333"/>
                </a:solidFill>
                <a:latin typeface="Calibri"/>
              </a:rPr>
              <a:t>A failing random test is useless if you cannot replay it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seed tags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belongs on the card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Seed fixes the RNG so stimulus can return</a:t>
            </a:r>
          </a:p>
          <a:p>
            <a:pPr lvl="0" marL="457200" indent="-228600">
              <a:buFont typeface="Calibri"/>
              <a:spcAft>
                <a:spcPts val="1000"/>
              </a:spcAft>
              <a:buSzPct val="100000"/>
              <a:buChar char="•"/>
              <a:lnSpc>
                <a:spcPts val="2200"/>
              </a:lnSpc>
            </a:pPr>
            <a:r>
              <a:rPr sz="2000" b="0">
                <a:solidFill>
                  <a:srgbClr val="333333"/>
                </a:solidFill>
                <a:latin typeface="Calibri"/>
              </a:rPr>
              <a:t>Config holds plusargs and knobs, test name, baud, modes, not seed alone</a:t>
            </a:r>
          </a:p>
          <a:p>
            <a:pPr lvl="0" marL="457200" indent="-228600">
              <a:buFont typeface="Calibri"/>
              <a:spcAft>
                <a:spcPts val="1000"/>
              </a:spcAft>
              <a:buSzPct val="100000"/>
              <a:buChar char="•"/>
              <a:lnSpc>
                <a:spcPts val="2200"/>
              </a:lnSpc>
            </a:pPr>
            <a:r>
              <a:rPr sz="2000" b="0">
                <a:solidFill>
                  <a:srgbClr val="333333"/>
                </a:solidFill>
                <a:latin typeface="Calibri"/>
              </a:rPr>
              <a:t>Tags label slices: smoke, nightly, flake, quarantine</a:t>
            </a:r>
          </a:p>
          <a:p>
            <a:pPr lvl="0" marL="457200" indent="-228600">
              <a:buFont typeface="Calibri"/>
              <a:spcAft>
                <a:spcPts val="1000"/>
              </a:spcAft>
              <a:buSzPct val="100000"/>
              <a:buChar char="•"/>
              <a:lnSpc>
                <a:spcPts val="2200"/>
              </a:lnSpc>
            </a:pPr>
            <a:r>
              <a:rPr sz="2000" b="0">
                <a:solidFill>
                  <a:srgbClr val="333333"/>
                </a:solidFill>
                <a:latin typeface="Calibri"/>
              </a:rPr>
              <a:t>Weak means you recorded a seed but not enough config to relaunch</a:t>
            </a:r>
          </a:p>
          <a:p>
            <a:pPr lvl="0" marL="457200" indent="-228600">
              <a:buFont typeface="Calibri"/>
              <a:spcAft>
                <a:spcPts val="1000"/>
              </a:spcAft>
              <a:buSzPct val="100000"/>
              <a:buChar char="•"/>
              <a:lnSpc>
                <a:spcPts val="2200"/>
              </a:lnSpc>
            </a:pPr>
            <a:r>
              <a:rPr sz="2000" b="0">
                <a:solidFill>
                  <a:srgbClr val="333333"/>
                </a:solidFill>
                <a:latin typeface="Calibri"/>
              </a:rPr>
              <a:t>Missing any field blocks a clean replay story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seed tags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seed tags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Planning docs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Write one run card for an imaginary fail: seed, two plusargs, and two tags</a:t>
            </a:r>
          </a:p>
          <a:p>
            <a:pPr lvl="0" marL="457200" indent="-228600">
              <a:buFont typeface="Calibri"/>
              <a:spcAft>
                <a:spcPts val="1000"/>
              </a:spcAft>
              <a:buSzPct val="100000"/>
              <a:buChar char="•"/>
              <a:lnSpc>
                <a:spcPts val="2200"/>
              </a:lnSpc>
            </a:pPr>
            <a:r>
              <a:rPr sz="2000" b="0">
                <a:solidFill>
                  <a:srgbClr val="333333"/>
                </a:solidFill>
                <a:latin typeface="Calibri"/>
              </a:rPr>
              <a:t>Then rewrite a bad card that only says “seed seven” and explain why a teammate could not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seed tags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file fails with seed only</a:t>
            </a:r>
          </a:p>
          <a:p>
            <a:pPr lvl="0" marL="457200" indent="-228600">
              <a:buFont typeface="Calibri"/>
              <a:spcAft>
                <a:spcPts val="1000"/>
              </a:spcAft>
              <a:buSzPct val="100000"/>
              <a:buChar char="•"/>
              <a:lnSpc>
                <a:spcPts val="2200"/>
              </a:lnSpc>
            </a:pPr>
            <a:r>
              <a:rPr sz="2000" b="0">
                <a:solidFill>
                  <a:srgbClr val="333333"/>
                </a:solidFill>
                <a:latin typeface="Calibri"/>
              </a:rPr>
              <a:t>Do not skip tags so flakes vanish from boards</a:t>
            </a:r>
          </a:p>
          <a:p>
            <a:pPr lvl="0" marL="457200" indent="-228600">
              <a:buFont typeface="Calibri"/>
              <a:spcAft>
                <a:spcPts val="1000"/>
              </a:spcAft>
              <a:buSzPct val="100000"/>
              <a:buChar char="•"/>
              <a:lnSpc>
                <a:spcPts val="2200"/>
              </a:lnSpc>
            </a:pPr>
            <a:r>
              <a:rPr sz="2000" b="0">
                <a:solidFill>
                  <a:srgbClr val="333333"/>
                </a:solidFill>
                <a:latin typeface="Calibri"/>
              </a:rPr>
              <a:t>Do not change knobs while claiming the same seed replay</a:t>
            </a:r>
          </a:p>
          <a:p>
            <a:pPr lvl="0" marL="457200" indent="-228600">
              <a:buFont typeface="Calibri"/>
              <a:spcAft>
                <a:spcPts val="1000"/>
              </a:spcAft>
              <a:buSzPct val="100000"/>
              <a:buChar char="•"/>
              <a:lnSpc>
                <a:spcPts val="2200"/>
              </a:lnSpc>
            </a:pPr>
            <a:r>
              <a:rPr sz="2000" b="0">
                <a:solidFill>
                  <a:srgbClr val="333333"/>
                </a:solidFill>
                <a:latin typeface="Calibri"/>
              </a:rPr>
              <a:t>And do not treat the literacy board as your company’s database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seed tags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Build one replayable run card, then take the quiz and continue to regression triage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seed tags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