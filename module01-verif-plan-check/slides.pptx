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verification plan is not a pile of test names. It is a traceability chain: a feature the product must do, a scenario that exercises it, and a coverage item that proves the scenario ran. If any link is missing, you cannot measure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means requirement or capability—say UART transmit. Scenario is the test story—send one byte. Coverage is the measurable proof—a bin, coverpoint, or checklist item such as transmit-byte-done. Complete means all three layers link. Incomplete means a gap: a scenario with no coverage, or coverage with no owning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plan-check lab, load the starter: UART TX, send one byte, and transmit-byte-done linked—status complete. Try presets that drop coverage or orphan a bin, then rebuild the chain. Challenges quiz each layer and force you to restore a complete plan from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paper or markdown, write one row with three columns: feature, scenario, coverage item. Use a tiny UART or SPI capability you know. Then deliberately delete the coverage cell and ask: how would I know this scenario ran? That question is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the board as a live coverage database. Do not list coverage items with no feature owner—orphans lie. Do not stop at scenarios without a measurable proof. And do not confuse “we have a test file” with “we have a coverable claim.”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reach a complete three-layer chain. On paper, write one feature-scenario-coverage row you could paste into a real plan. When you are ready, take the short quiz, then continue to test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Coverage / plan checklist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verification plan is not a pile of test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Feature, scenario,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Feature means requirement or capability, say UART transmit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Scenario is the test story, send one byte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Coverage is the measurable proof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means all three layers link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Incomplete means a gap: a scenario with no coverage, or coverage with no owning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 or markdown, write one row with three columns: feature, scenario, coverage item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 a tiny UART or SPI capability you know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deliberately delete the coverage cell and ask: how would I know this scenario ran?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question is the whole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the board as a live coverage database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list coverage items with no feature owner, orphans lie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stop at scenarios without a measurable proof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confuse “we have a test file” with “we have a coverable claim.”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reach a complete three-layer chain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write one feature-scenario-coverage row you could paste into a real plan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test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verif plan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