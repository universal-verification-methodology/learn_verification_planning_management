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scales in stages: local smoke on a laptop, CI as the merge or scheduled gate, then the farm for scale-out regression and soak. Ready means each stage you claim is green in order. Skipping a stage or promoting past a red gate breaks trust.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is fast sanity before push. CI is the agent gate—pull request or nightly slice. Farm is where long regressions and stress live. Pass advances; fail blocks; open means not run; skip gaps the chain. A green farm with a failed local or skipped CI is not an honest ready 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CI-farm lab, load the starter with local, CI, and farm all pass—ready. Try local fail or skip CI presets and watch blocked or gapped. Set stages deliberately, then scan the flow. Challenges punish promoting past 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three boxes—local, CI, farm—and write what runs in each for your team. Mark yesterday’s real or fictional status pass, fail, open, or skip. If any is fail or skip, write the promotion rule you would enforce.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CI because the farm is “more complete.” Do not ignore local reds. Do not treat one green farm night as a full flow. And do not forget that seed and triage habits feed every stage—flow without replay is archaeology.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Describe or set a clean local-to-farm chain, then take the quiz and continue to sign-off.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CI / farm flow</a:t>
            </a:r>
          </a:p>
          <a:p>
            <a:pPr algn="ctr">
              <a:lnSpc>
                <a:spcPts val="2200"/>
              </a:lnSpc>
              <a:spcBef>
                <a:spcPts val="1400"/>
              </a:spcBef>
            </a:pPr>
            <a:r>
              <a:rPr sz="2600" b="0">
                <a:solidFill>
                  <a:srgbClr val="333333"/>
                </a:solidFill>
                <a:latin typeface="Calibri"/>
              </a:rPr>
              <a:t>Verification scales in stages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ci farm 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Local, CI, farm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Local is fast sanity before push</a:t>
            </a:r>
          </a:p>
          <a:p>
            <a:pPr lvl="0" marL="457200" indent="-228600">
              <a:buFont typeface="Calibri"/>
              <a:spcAft>
                <a:spcPts val="1000"/>
              </a:spcAft>
              <a:buSzPct val="100000"/>
              <a:buChar char="•"/>
              <a:lnSpc>
                <a:spcPts val="2200"/>
              </a:lnSpc>
            </a:pPr>
            <a:r>
              <a:rPr sz="2000" b="0">
                <a:solidFill>
                  <a:srgbClr val="333333"/>
                </a:solidFill>
                <a:latin typeface="Calibri"/>
              </a:rPr>
              <a:t>CI is the agent gate, pull request or nightly slice</a:t>
            </a:r>
          </a:p>
          <a:p>
            <a:pPr lvl="0" marL="457200" indent="-228600">
              <a:buFont typeface="Calibri"/>
              <a:spcAft>
                <a:spcPts val="1000"/>
              </a:spcAft>
              <a:buSzPct val="100000"/>
              <a:buChar char="•"/>
              <a:lnSpc>
                <a:spcPts val="2200"/>
              </a:lnSpc>
            </a:pPr>
            <a:r>
              <a:rPr sz="2000" b="0">
                <a:solidFill>
                  <a:srgbClr val="333333"/>
                </a:solidFill>
                <a:latin typeface="Calibri"/>
              </a:rPr>
              <a:t>Farm is where long regressions and stress live</a:t>
            </a:r>
          </a:p>
          <a:p>
            <a:pPr lvl="0" marL="457200" indent="-228600">
              <a:buFont typeface="Calibri"/>
              <a:spcAft>
                <a:spcPts val="1000"/>
              </a:spcAft>
              <a:buSzPct val="100000"/>
              <a:buChar char="•"/>
              <a:lnSpc>
                <a:spcPts val="2200"/>
              </a:lnSpc>
            </a:pPr>
            <a:r>
              <a:rPr sz="2000" b="0">
                <a:solidFill>
                  <a:srgbClr val="333333"/>
                </a:solidFill>
                <a:latin typeface="Calibri"/>
              </a:rPr>
              <a:t>Pass advances; fail blocks; open means not run; skip gaps the chain</a:t>
            </a:r>
          </a:p>
          <a:p>
            <a:pPr lvl="0" marL="457200" indent="-228600">
              <a:buFont typeface="Calibri"/>
              <a:spcAft>
                <a:spcPts val="1000"/>
              </a:spcAft>
              <a:buSzPct val="100000"/>
              <a:buChar char="•"/>
              <a:lnSpc>
                <a:spcPts val="2200"/>
              </a:lnSpc>
            </a:pPr>
            <a:r>
              <a:rPr sz="2000" b="0">
                <a:solidFill>
                  <a:srgbClr val="333333"/>
                </a:solidFill>
                <a:latin typeface="Calibri"/>
              </a:rPr>
              <a:t>A green farm with a failed local or skipped CI is not an honest ready 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ci farm 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ci farm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Planning docs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Draw three boxes, local, CI, farm, and write what runs in each for your team</a:t>
            </a:r>
          </a:p>
          <a:p>
            <a:pPr lvl="0" marL="457200" indent="-228600">
              <a:buFont typeface="Calibri"/>
              <a:spcAft>
                <a:spcPts val="1000"/>
              </a:spcAft>
              <a:buSzPct val="100000"/>
              <a:buChar char="•"/>
              <a:lnSpc>
                <a:spcPts val="2200"/>
              </a:lnSpc>
            </a:pPr>
            <a:r>
              <a:rPr sz="2000" b="0">
                <a:solidFill>
                  <a:srgbClr val="333333"/>
                </a:solidFill>
                <a:latin typeface="Calibri"/>
              </a:rPr>
              <a:t>Mark yesterday’s real or fictional status pass, fail, open, or skip</a:t>
            </a:r>
          </a:p>
          <a:p>
            <a:pPr lvl="0" marL="457200" indent="-228600">
              <a:buFont typeface="Calibri"/>
              <a:spcAft>
                <a:spcPts val="1000"/>
              </a:spcAft>
              <a:buSzPct val="100000"/>
              <a:buChar char="•"/>
              <a:lnSpc>
                <a:spcPts val="2200"/>
              </a:lnSpc>
            </a:pPr>
            <a:r>
              <a:rPr sz="2000" b="0">
                <a:solidFill>
                  <a:srgbClr val="333333"/>
                </a:solidFill>
                <a:latin typeface="Calibri"/>
              </a:rPr>
              <a:t>If any is fail or skip, write the promotion rule you would enforce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ci farm 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skip CI because the farm is “more complete.” Do not ignore local reds</a:t>
            </a:r>
          </a:p>
          <a:p>
            <a:pPr lvl="0" marL="457200" indent="-228600">
              <a:buFont typeface="Calibri"/>
              <a:spcAft>
                <a:spcPts val="1000"/>
              </a:spcAft>
              <a:buSzPct val="100000"/>
              <a:buChar char="•"/>
              <a:lnSpc>
                <a:spcPts val="2200"/>
              </a:lnSpc>
            </a:pPr>
            <a:r>
              <a:rPr sz="2000" b="0">
                <a:solidFill>
                  <a:srgbClr val="333333"/>
                </a:solidFill>
                <a:latin typeface="Calibri"/>
              </a:rPr>
              <a:t>Do not treat one green farm night as a full flow</a:t>
            </a:r>
          </a:p>
          <a:p>
            <a:pPr lvl="0" marL="457200" indent="-228600">
              <a:buFont typeface="Calibri"/>
              <a:spcAft>
                <a:spcPts val="1000"/>
              </a:spcAft>
              <a:buSzPct val="100000"/>
              <a:buChar char="•"/>
              <a:lnSpc>
                <a:spcPts val="2200"/>
              </a:lnSpc>
            </a:pPr>
            <a:r>
              <a:rPr sz="2000" b="0">
                <a:solidFill>
                  <a:srgbClr val="333333"/>
                </a:solidFill>
                <a:latin typeface="Calibri"/>
              </a:rPr>
              <a:t>And do not forget that seed and triage habits feed every stage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ci farm flow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Describe or set a clean local-to-farm chain, then take the quiz and continue to sign-off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ci farm 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