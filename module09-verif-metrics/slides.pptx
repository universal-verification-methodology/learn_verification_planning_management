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Plans need numbers that leadership and engineers share. Common bars: regression pass rate, plan or functional coverage percent, and severe bug escapes. Healthy means every metric meets its bar. Blocked means an escape bar was broken. Open means you are under on pass or coverage.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 rate below the bar means instability—you cannot trust green stories. Coverage percent below goal means unfinished plan risk. Bug escapes above zero at a sev-one bar usually stop the gate. Levels good, warn, and bad are how you talk without drowning in raw dumps.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metrics lab, load the starter with strong pass rate, coverage, and zero escapes—healthy. Drop pass rate or raise escapes and scan the board. Challenges show how one escape can block the story even if coverage looks fine.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three metric names with a numeric bar each for a fictional milestone. Mark today’s sample good, warn, or bad. If any is bad, write the first action you would take this week.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call the program healthy because CI ran once. Do not ignore escape counts when coverage is high. Do not change bars silently mid-milestone. And do not track twenty vanity metrics—three honest bars beat a dashboard museum.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Set or interpret three bars, then take the quiz and continue to CI and farm flow.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Verification metrics</a:t>
            </a:r>
          </a:p>
          <a:p>
            <a:pPr algn="ctr">
              <a:lnSpc>
                <a:spcPts val="2200"/>
              </a:lnSpc>
              <a:spcBef>
                <a:spcPts val="1400"/>
              </a:spcBef>
            </a:pPr>
            <a:r>
              <a:rPr sz="2600" b="0">
                <a:solidFill>
                  <a:srgbClr val="333333"/>
                </a:solidFill>
                <a:latin typeface="Calibri"/>
              </a:rPr>
              <a:t>Plans need numbers that leadership and engineers share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verif metrics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Bars that matter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Pass rate below the bar means instability, you cannot trust green stories</a:t>
            </a:r>
          </a:p>
          <a:p>
            <a:pPr lvl="0" marL="457200" indent="-228600">
              <a:buFont typeface="Calibri"/>
              <a:spcAft>
                <a:spcPts val="1000"/>
              </a:spcAft>
              <a:buSzPct val="100000"/>
              <a:buChar char="•"/>
              <a:lnSpc>
                <a:spcPts val="2200"/>
              </a:lnSpc>
            </a:pPr>
            <a:r>
              <a:rPr sz="2000" b="0">
                <a:solidFill>
                  <a:srgbClr val="333333"/>
                </a:solidFill>
                <a:latin typeface="Calibri"/>
              </a:rPr>
              <a:t>Coverage percent below goal means unfinished plan risk</a:t>
            </a:r>
          </a:p>
          <a:p>
            <a:pPr lvl="0" marL="457200" indent="-228600">
              <a:buFont typeface="Calibri"/>
              <a:spcAft>
                <a:spcPts val="1000"/>
              </a:spcAft>
              <a:buSzPct val="100000"/>
              <a:buChar char="•"/>
              <a:lnSpc>
                <a:spcPts val="2200"/>
              </a:lnSpc>
            </a:pPr>
            <a:r>
              <a:rPr sz="2000" b="0">
                <a:solidFill>
                  <a:srgbClr val="333333"/>
                </a:solidFill>
                <a:latin typeface="Calibri"/>
              </a:rPr>
              <a:t>Bug escapes above zero at a sev-one bar usually stop the gate</a:t>
            </a:r>
          </a:p>
          <a:p>
            <a:pPr lvl="0" marL="457200" indent="-228600">
              <a:buFont typeface="Calibri"/>
              <a:spcAft>
                <a:spcPts val="1000"/>
              </a:spcAft>
              <a:buSzPct val="100000"/>
              <a:buChar char="•"/>
              <a:lnSpc>
                <a:spcPts val="2200"/>
              </a:lnSpc>
            </a:pPr>
            <a:r>
              <a:rPr sz="2000" b="0">
                <a:solidFill>
                  <a:srgbClr val="333333"/>
                </a:solidFill>
                <a:latin typeface="Calibri"/>
              </a:rPr>
              <a:t>Levels good, warn, and bad are how you talk without drowning in raw dumps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verif metrics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verif metrics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Planning docs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Write three metric names with a numeric bar each for a fictional milestone</a:t>
            </a:r>
          </a:p>
          <a:p>
            <a:pPr lvl="0" marL="457200" indent="-228600">
              <a:buFont typeface="Calibri"/>
              <a:spcAft>
                <a:spcPts val="1000"/>
              </a:spcAft>
              <a:buSzPct val="100000"/>
              <a:buChar char="•"/>
              <a:lnSpc>
                <a:spcPts val="2200"/>
              </a:lnSpc>
            </a:pPr>
            <a:r>
              <a:rPr sz="2000" b="0">
                <a:solidFill>
                  <a:srgbClr val="333333"/>
                </a:solidFill>
                <a:latin typeface="Calibri"/>
              </a:rPr>
              <a:t>Mark today’s sample good, warn, or bad</a:t>
            </a:r>
          </a:p>
          <a:p>
            <a:pPr lvl="0" marL="457200" indent="-228600">
              <a:buFont typeface="Calibri"/>
              <a:spcAft>
                <a:spcPts val="1000"/>
              </a:spcAft>
              <a:buSzPct val="100000"/>
              <a:buChar char="•"/>
              <a:lnSpc>
                <a:spcPts val="2200"/>
              </a:lnSpc>
            </a:pPr>
            <a:r>
              <a:rPr sz="2000" b="0">
                <a:solidFill>
                  <a:srgbClr val="333333"/>
                </a:solidFill>
                <a:latin typeface="Calibri"/>
              </a:rPr>
              <a:t>If any is bad, write the first action you would take this week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verif metrics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call the program healthy because CI ran once</a:t>
            </a:r>
          </a:p>
          <a:p>
            <a:pPr lvl="0" marL="457200" indent="-228600">
              <a:buFont typeface="Calibri"/>
              <a:spcAft>
                <a:spcPts val="1000"/>
              </a:spcAft>
              <a:buSzPct val="100000"/>
              <a:buChar char="•"/>
              <a:lnSpc>
                <a:spcPts val="2200"/>
              </a:lnSpc>
            </a:pPr>
            <a:r>
              <a:rPr sz="2000" b="0">
                <a:solidFill>
                  <a:srgbClr val="333333"/>
                </a:solidFill>
                <a:latin typeface="Calibri"/>
              </a:rPr>
              <a:t>Do not ignore escape counts when coverage is high</a:t>
            </a:r>
          </a:p>
          <a:p>
            <a:pPr lvl="0" marL="457200" indent="-228600">
              <a:buFont typeface="Calibri"/>
              <a:spcAft>
                <a:spcPts val="1000"/>
              </a:spcAft>
              <a:buSzPct val="100000"/>
              <a:buChar char="•"/>
              <a:lnSpc>
                <a:spcPts val="2200"/>
              </a:lnSpc>
            </a:pPr>
            <a:r>
              <a:rPr sz="2000" b="0">
                <a:solidFill>
                  <a:srgbClr val="333333"/>
                </a:solidFill>
                <a:latin typeface="Calibri"/>
              </a:rPr>
              <a:t>Do not change bars silently mid-milestone</a:t>
            </a:r>
          </a:p>
          <a:p>
            <a:pPr lvl="0" marL="457200" indent="-228600">
              <a:buFont typeface="Calibri"/>
              <a:spcAft>
                <a:spcPts val="1000"/>
              </a:spcAft>
              <a:buSzPct val="100000"/>
              <a:buChar char="•"/>
              <a:lnSpc>
                <a:spcPts val="2200"/>
              </a:lnSpc>
            </a:pPr>
            <a:r>
              <a:rPr sz="2000" b="0">
                <a:solidFill>
                  <a:srgbClr val="333333"/>
                </a:solidFill>
                <a:latin typeface="Calibri"/>
              </a:rPr>
              <a:t>And do not track twenty vanity metrics, three honest bars beat a dashboard museum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verif metrics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Set or interpret three bars, then take the quiz and continue to CI and farm flow</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verif metrics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