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Sign-off is a gate, not a vibe. Typical criteria: coverage goal met with no open P0 holes, bug bar clear—often zero sev-one blockers—and a stability window of green nights or an agreed flake bar. Ready means evidence for each criterion, or a documented waiver with owner and expiry.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 means evidence exists. Open means not demonstrated yet. Fail means the criterion is broken—such as a sev-one still open—and the gate is blocked. Waived means a written exception with owner; it can count as closed for ready, but it is not invisible.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sign-off lab, load the starter with coverage goal, bug bar, and stability all met—gate ready. Try coverage gap or bug fail presets. Check items off only with a story of evidence. Challenges show that a waived stability line can still be ready when policy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three exit criteria for a milestone. For each, note what evidence you would attach and who owns a waiver if needed. If any criterion is fail, write what would unblock the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silent-skip failed criteria. Do not waive without owner, reason, and expiry. Do not sign off on coverage percent alone while sev-ones remain. And do not confuse this literacy checklist with your company’s legal release process—map the ideas, then use the real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Walk one gate to ready or name what blocks it, then take the quiz and continue to VIP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Sign-off checklist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Sign-off is a gate, not a vibe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signoff checklist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Met, open, fail, waived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Met means evidence exists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means not demonstrated yet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Fail means the criterion is broken, such as a sev-one still open, and the gate is blocked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Waived means a written exception with owner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signoff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50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signoff checklist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Planning docs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three exit criteria for a milestone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each, note what evidence you would attach and who owns a waiver if needed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any criterion is fail, write what would unblock the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signoff checklist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silent-skip failed criteria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waive without owner, reason, and expiry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sign off on coverage percent alone while sev-ones remain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do not confuse this literacy checklist with your company’s legal release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signoff checklist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Walk one gate to ready or name what blocks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signoff checklist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