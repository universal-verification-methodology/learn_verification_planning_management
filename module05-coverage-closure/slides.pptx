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holes is not closing them. Closure means pairing each open bin with a next-test idea, running or planning that idea, then marking the hole closed when evidence lands. Without the pair, status meetings turn into wishful percentages.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idea names how you will hit the hole—directed mid samples, drive an error opcode once, push FIFO until full. Generic “more random” is weak when the hole needs a directed hit. Mismatch means the idea targets the wrong hole. Need-idea means you have not planned the next move.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coverage-closure lab, load the starter where mid is open and the idea is directed mid samples—ready. Try mismatch and orphan presets. Plan a next test, then mark a hole closed only when the story matches. Challenges punish vague random and reward targeted plans.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three holes from a tiny cover sketch. Write one next-test idea per hole in a table. Star any idea that is only “run more random” and rewrite it to name the bin or corner you will force.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mark closed without evidence. Do not paste one generic idea onto every hole. Do not ignore mismatch between idea and hole. And do not confuse board ready with silicon sign-off—this is closure hygiene, not a tapeout stamp.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Pair one hole with a concrete next-test idea, then take the quiz and continue to risk-based planning.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Coverage closure</a:t>
            </a:r>
          </a:p>
          <a:p>
            <a:pPr algn="ctr">
              <a:lnSpc>
                <a:spcPts val="2200"/>
              </a:lnSpc>
              <a:spcBef>
                <a:spcPts val="1400"/>
              </a:spcBef>
            </a:pPr>
            <a:r>
              <a:rPr sz="2600" b="0">
                <a:solidFill>
                  <a:srgbClr val="333333"/>
                </a:solidFill>
                <a:latin typeface="Calibri"/>
              </a:rPr>
              <a:t>Finding holes is not closing them</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coverage closure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Hole plus next-test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good idea names how you will hit the hole</a:t>
            </a:r>
          </a:p>
          <a:p>
            <a:pPr lvl="0" marL="457200" indent="-228600">
              <a:buFont typeface="Calibri"/>
              <a:spcAft>
                <a:spcPts val="1000"/>
              </a:spcAft>
              <a:buSzPct val="100000"/>
              <a:buChar char="•"/>
              <a:lnSpc>
                <a:spcPts val="2200"/>
              </a:lnSpc>
            </a:pPr>
            <a:r>
              <a:rPr sz="2000" b="0">
                <a:solidFill>
                  <a:srgbClr val="333333"/>
                </a:solidFill>
                <a:latin typeface="Calibri"/>
              </a:rPr>
              <a:t>Generic “more random” is weak when the hole needs a directed hit</a:t>
            </a:r>
          </a:p>
          <a:p>
            <a:pPr lvl="0" marL="457200" indent="-228600">
              <a:buFont typeface="Calibri"/>
              <a:spcAft>
                <a:spcPts val="1000"/>
              </a:spcAft>
              <a:buSzPct val="100000"/>
              <a:buChar char="•"/>
              <a:lnSpc>
                <a:spcPts val="2200"/>
              </a:lnSpc>
            </a:pPr>
            <a:r>
              <a:rPr sz="2000" b="0">
                <a:solidFill>
                  <a:srgbClr val="333333"/>
                </a:solidFill>
                <a:latin typeface="Calibri"/>
              </a:rPr>
              <a:t>Mismatch means the idea targets the wrong hole</a:t>
            </a:r>
          </a:p>
          <a:p>
            <a:pPr lvl="0" marL="457200" indent="-228600">
              <a:buFont typeface="Calibri"/>
              <a:spcAft>
                <a:spcPts val="1000"/>
              </a:spcAft>
              <a:buSzPct val="100000"/>
              <a:buChar char="•"/>
              <a:lnSpc>
                <a:spcPts val="2200"/>
              </a:lnSpc>
            </a:pPr>
            <a:r>
              <a:rPr sz="2000" b="0">
                <a:solidFill>
                  <a:srgbClr val="333333"/>
                </a:solidFill>
                <a:latin typeface="Calibri"/>
              </a:rPr>
              <a:t>Need-idea means you have not planned the next move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coverage closure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coverage closure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Planning docs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Pick three holes from a tiny cover sketch</a:t>
            </a:r>
          </a:p>
          <a:p>
            <a:pPr lvl="0" marL="457200" indent="-228600">
              <a:buFont typeface="Calibri"/>
              <a:spcAft>
                <a:spcPts val="1000"/>
              </a:spcAft>
              <a:buSzPct val="100000"/>
              <a:buChar char="•"/>
              <a:lnSpc>
                <a:spcPts val="2200"/>
              </a:lnSpc>
            </a:pPr>
            <a:r>
              <a:rPr sz="2000" b="0">
                <a:solidFill>
                  <a:srgbClr val="333333"/>
                </a:solidFill>
                <a:latin typeface="Calibri"/>
              </a:rPr>
              <a:t>Write one next-test idea per hole in a table</a:t>
            </a:r>
          </a:p>
          <a:p>
            <a:pPr lvl="0" marL="457200" indent="-228600">
              <a:buFont typeface="Calibri"/>
              <a:spcAft>
                <a:spcPts val="1000"/>
              </a:spcAft>
              <a:buSzPct val="100000"/>
              <a:buChar char="•"/>
              <a:lnSpc>
                <a:spcPts val="2200"/>
              </a:lnSpc>
            </a:pPr>
            <a:r>
              <a:rPr sz="2000" b="0">
                <a:solidFill>
                  <a:srgbClr val="333333"/>
                </a:solidFill>
                <a:latin typeface="Calibri"/>
              </a:rPr>
              <a:t>Star any idea that is only “run more random” and rewrite it to name the bin or corner you</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coverage closure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mark closed without evidence</a:t>
            </a:r>
          </a:p>
          <a:p>
            <a:pPr lvl="0" marL="457200" indent="-228600">
              <a:buFont typeface="Calibri"/>
              <a:spcAft>
                <a:spcPts val="1000"/>
              </a:spcAft>
              <a:buSzPct val="100000"/>
              <a:buChar char="•"/>
              <a:lnSpc>
                <a:spcPts val="2200"/>
              </a:lnSpc>
            </a:pPr>
            <a:r>
              <a:rPr sz="2000" b="0">
                <a:solidFill>
                  <a:srgbClr val="333333"/>
                </a:solidFill>
                <a:latin typeface="Calibri"/>
              </a:rPr>
              <a:t>Do not paste one generic idea onto every hole</a:t>
            </a:r>
          </a:p>
          <a:p>
            <a:pPr lvl="0" marL="457200" indent="-228600">
              <a:buFont typeface="Calibri"/>
              <a:spcAft>
                <a:spcPts val="1000"/>
              </a:spcAft>
              <a:buSzPct val="100000"/>
              <a:buChar char="•"/>
              <a:lnSpc>
                <a:spcPts val="2200"/>
              </a:lnSpc>
            </a:pPr>
            <a:r>
              <a:rPr sz="2000" b="0">
                <a:solidFill>
                  <a:srgbClr val="333333"/>
                </a:solidFill>
                <a:latin typeface="Calibri"/>
              </a:rPr>
              <a:t>Do not ignore mismatch between idea and hole</a:t>
            </a:r>
          </a:p>
          <a:p>
            <a:pPr lvl="0" marL="457200" indent="-228600">
              <a:buFont typeface="Calibri"/>
              <a:spcAft>
                <a:spcPts val="1000"/>
              </a:spcAft>
              <a:buSzPct val="100000"/>
              <a:buChar char="•"/>
              <a:lnSpc>
                <a:spcPts val="2200"/>
              </a:lnSpc>
            </a:pPr>
            <a:r>
              <a:rPr sz="2000" b="0">
                <a:solidFill>
                  <a:srgbClr val="333333"/>
                </a:solidFill>
                <a:latin typeface="Calibri"/>
              </a:rPr>
              <a:t>And do not confuse board ready with silicon sign-off</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coverage closure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Pair one hole with a concrete next-test idea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coverage closure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