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Bandwidth is finite. Risk-based planning scores how likely a bug class is and how bad it is if it escapes, then assigns priority: must-test now, next wave, later, or defer. Without that matrix, everything becomes P0 and nothing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is likelihood; impact is severity if it escapes silicon or a customer. High-high and medium-high often land as P0. Low-medium may be P2. Low-low can defer. Aligned means your labels match the matrix suggestion; mismatch means you called high-high a defer or left rows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risk-plan lab, load the starter four items correctly prioritized—aligned. Reorder a high-impact UART parity item versus cosmetic idle noise. Scan the matrix when priorities fight the risk-impact product. Challenges force you to prioritize the last open row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four bug concerns for a block you know. Score each likelihood and impact low, medium, or high, then assign P0, P1, P2, or defer. If more than half are P0, demote two with a written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mark everything P0. Do not defer high-likelihood, high-impact items because they are hard. Do not confuse taxonomy tiers with risk scores—they cooperate but are not the same. And do not skip owners on deferred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Produce a small aligned priority list, then take the quiz and continue to seeds, config, and 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Risk-based plan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Bandwidth is finite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risk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Risk times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Risk is likelihood; impact is severity if it escapes silicon or a customer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High-high and medium-high often land as P0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Low-medium may be P2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Low-low can defer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Aligned means your labels match the matrix suggestion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risk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risk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Planning docs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List four bug concerns for a block you know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Score each likelihood and impact low, medium, or high, then assign P0, P1, P2, or defer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more than half are P0, demote two with a written 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risk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mark everything P0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defer high-likelihood, high-impact items because they are hard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taxonomy tiers with risk scores, they cooperate but are not the same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do not skip owners on deferred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risk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Produce a small aligned priority list, then take the quiz and continue to seeds,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risk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