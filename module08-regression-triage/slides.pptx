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Nightly noise without buckets wastes the morning. Triage sorts fails into reproducible DUT or VIP fails, flakes, first-seen new issues, and environment or infra problems. A clean board means every row has a bucket—not that bugs vanished.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 means reproducible design, VIP, or scoreboard breakage—own and fix. Flake means intermittent or seed-sensitive—quarantine and stabilize, do not bury. New means first appearance this run—escalate; do not assume known. Env means license, disk, tool, or farm crash—infra, not RTL.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regression-triage lab, load the starter with three fails already bucketed—board clean. Open a row, triage it, and scan until open count is zero. Try an environment hit preset. Challenges stop you from leaving rows unlabeled.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three fictional nightly lines and assign fail, flake, new, or env with one-line reasons. Mark which one you would debug first and why. Optional: note which seed-tag fields you would demand on the flake.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mark everything flake to clear the board. Do not treat env red as a DUT bug. Do not ignore new fails because the night was busy. And do not close triage without an owner on real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Bucket a small board to clean, then take the quiz and continue to verification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Regression triage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Nightly noise without buckets wastes the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regression triage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Fail, flake, new, 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Fail means reproducible design, VIP, or scoreboard breakage, own and fix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Flake means intermittent or seed-sensitive, quarantine and stabilize, do not bury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New means first appearance this run, escalate; do not assume known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Env means license, disk, tool, or farm crash, infra, not 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regression 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regression triage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Planning docs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Take three fictional nightly lines and assign fail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which one you would debug first and why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Optional: note which seed-tag fields you would demand on the 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regression triage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mark everything flake to clear the board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env red as a DUT bug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ignore new fails because the night was busy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do not close triage without an owner on real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regression triage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Bucket a small board to clean, then take the quiz and continue to verification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regression triage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