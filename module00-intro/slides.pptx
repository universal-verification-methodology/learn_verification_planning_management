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verification planning and management. Protocol and UVM courses teach how to build tests and VIP. This path teaches the other half: how to plan what to verify, measure coverage and risk, triage regressions, and decide when you are ready to sign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 is plan, coverage, regression, sign-off. You’ll practice a feature-to-scenario-to-coverage checklist, test taxonomy, a feature-by-scenario matrix, cover bins and closure ideas, risk priority, seed and tag replay cards, triage buckets, metrics bars, CI-to-farm flow, a sign-off gate, and VIP handoff deliverables. Deep VIP engines stay in protocol and UVM courses—here you learn the planning layer those courses point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is planning docs you keep: paper or markdown tables, optional templates in the legacy verification planning materials. Track B is the platform’s verification-planning boards—interactive checklists and matrices with challenges. You may do either track, or both. A good rhythm is browser board first for vocabulary, then a short written table you could paste into a real project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this course folder and skim the module READMEs. Keep a notebook or markdown file ready for small tables. Optional: browse the legacy planning materials for templates. From the course root, self-check scripts can grade checklist items when you want them. Helpful prereq: one protocol course or basic UVM literacy—so the plan words map to tests you already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monorepo, serve the platform folder with a simple local web server, then open the tools index and jump to the verification-planning section. All twelve planning labs ship—from plan checklist through VIP handoff. If you prefer, use the published tools site instead. Confirm you can reach the index; the next module opens the coverage and plan checklist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module, read the README for the outcome, pick a track—or both—then work the checklist. Prefer Track B for graded board challenges; prefer Track A for artifacts you can reuse at work. When you finish this intro checklist, continue to the coverage and plan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 to verification planning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Welcome to verification planning and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you’ll build toward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arc is plan, coverage, regression, sign-off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VIP handoff deliverables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Deep VIP engines stay in protocol and UVM 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tracks, one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Track A is planning docs you keep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Track B is the platform’s verification-planning boards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may do either track, or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good rhythm is browser board first for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Set up Track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course folder and skim the module READMEs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a notebook or markdown file ready for small tables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Optional: browse the legacy planning materials for templates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course root, self-check scripts can grade checklist items when you want them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Helpful prereq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Set up Track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monorepo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All twelve planning labs ship, from plan checklist through VIP handoff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prefer, use the published tools site instead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you can reach the index; the next module opens the coverage and plan checklist lab</a:t>
            </a:r>
          </a:p>
        </p:txBody>
      </p:sp>
      <p:pic>
        <p:nvPicPr>
          <p:cNvPr id="4" name="Picture 3" descr="tools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15214"/>
            <a:ext cx="5394960" cy="37933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How to move through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Track B for graded board challenges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finish this intro checklist, continue to the coverage and plan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